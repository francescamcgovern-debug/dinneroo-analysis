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- config/mvp_thresholds.json</a:t>
            </a:r>
          </a:p>
          <a:p>
            <a:r>
              <a:t>- config/scoring_framework_v3.json</a:t>
            </a:r>
          </a:p>
          <a:p>
            <a:r>
              <a:t>- config/dashboard_metrics.json</a:t>
            </a:r>
          </a:p>
          <a:p>
            <a:r>
              <a:t>- docs/data/zone_mvp_status.json (established; do not recalc)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config/mvp_thresholds.json:mvp_criteria.* (business targets).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config/dashboard_metrics.json:zone_metrics.*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DELIVERABLES/presentation_data/deck_metrics_zone_threshold_coverage.csv (computed from established fields; not recalculating MVP status).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docs/data/zone_mvp_status.json (established status; do not recalc).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config/scoring_framework_v3.json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config/scoring_framework_v3.json:lists.*.factors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DELIVERABLES/reports/deck_vs_cursor_diff_table.csv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Family Dinneroo | Dish Analysis (Cursor version)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2026-01-12 from canonical configs + pipeline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deck is a side-by-side comparison version generated from Cursor source-of-truth.</a:t>
            </a:r>
          </a:p>
          <a:p>
            <a:pPr>
              <a:defRPr sz="2000"/>
            </a:pPr>
            <a:r>
              <a:t>Zone MVP thresholds and scoring methodology are taken from config files (see notes).</a:t>
            </a:r>
          </a:p>
          <a:p>
            <a:pPr>
              <a:defRPr sz="2000"/>
            </a:pPr>
            <a:r>
              <a:t>Where the colleague deck contains % coverage claims, this deck requires explicit denominators (total vs supply vs live zones).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MVP (canonical)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Partners: 5+</a:t>
            </a:r>
          </a:p>
          <a:p>
            <a:pPr>
              <a:defRPr sz="2000"/>
            </a:pPr>
            <a:r>
              <a:t>Cuisines (Core 7 count): 5+</a:t>
            </a:r>
          </a:p>
          <a:p>
            <a:pPr>
              <a:defRPr sz="2000"/>
            </a:pPr>
            <a:r>
              <a:t>Dishes: 21+</a:t>
            </a:r>
          </a:p>
          <a:p>
            <a:pPr>
              <a:defRPr sz="2000"/>
            </a:pPr>
            <a:r>
              <a:t>Rating: 4.0+</a:t>
            </a:r>
          </a:p>
          <a:p>
            <a:pPr>
              <a:defRPr sz="2000"/>
            </a:pPr>
            <a:r>
              <a:t>Repeat rate: 35%+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denominators (must be explicit in % claims)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Total zones (supply universe): 1306</a:t>
            </a:r>
          </a:p>
          <a:p>
            <a:pPr>
              <a:defRPr sz="2000"/>
            </a:pPr>
            <a:r>
              <a:t>Supply zones with partners: 434</a:t>
            </a:r>
          </a:p>
          <a:p>
            <a:pPr>
              <a:defRPr sz="2000"/>
            </a:pPr>
            <a:r>
              <a:t>Live zones with orders: 201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threshold coverage (explicit denominators)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237744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Denominator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n zones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partners&gt;=5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core7&gt;=5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dishes&gt;=21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all3</a:t>
                      </a:r>
                    </a:p>
                  </a:txBody>
                  <a:tcPr/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live_zones_with_orders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34.8%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MVP status distribution (established)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Zones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Developing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MVP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70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Near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872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Progressing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Supply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Dish scoring methodology (canonical)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Framework: Multi-List Scoring Framework - Segment-specific rankings using Anna's 24 dish taxonomy</a:t>
            </a:r>
          </a:p>
          <a:p>
            <a:pPr>
              <a:defRPr sz="2000"/>
            </a:pPr>
            <a:r>
              <a:t>Method: percentile_based (percentile-based 1–5 scoring)</a:t>
            </a:r>
          </a:p>
          <a:p>
            <a:pPr>
              <a:defRPr sz="2000"/>
            </a:pPr>
            <a:r>
              <a:t>Outputs: separate lists for Family Performers, Couple Performers, Recruitment Priorities.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 factors by list (canonical)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9718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family_performers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kids_happy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Post-order survey (families)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family_performers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fussy_eater_friendly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dish_opportunity_scores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family_performers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orders_per_zone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Snowflake orders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family_performers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adult_satisfaction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Post-order survey (families)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family_performers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portions_adequate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Post-order survey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couple_performers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adult_satisfaction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Post-order survey (non-families)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couple_performers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Snowflake ratings / adult satisfaction proxy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couple_performers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orders_per_zone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Snowflake orders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couple_performers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adult_appeal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dish_opportunity_scores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recruitment_priorities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latent_demand_mentions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Open-text survey mentions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recruitment_priorities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framework_score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dish_opportunity_scores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recruitment_priorities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fussy_eater_friendly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dish_opportunity_scores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recruitment_priorities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dish_opportunity_scores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recruitment_priorities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partner_capability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dish_opportunity_scores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recruitment_priorities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non_dinneroo_demand_proxy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Cuisine-level non-dinneroo orders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Top deck ↔ Cursor drifts (auto-extracted)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32261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Deck snippet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Cursor source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cuisines_min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4+ cuisines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config/mvp_thresholds.json:mvp_criteria.cuisines_min.value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dishes_min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10+ dishes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config/mvp_thresholds.json:mvp_criteria.dishes_min.value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cuisines_min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4+ cuisines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config/mvp_thresholds.json:mvp_criteria.cuisines_min.value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dishes_min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10+ dishes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config/mvp_thresholds.json:mvp_criteria.dishes_min.value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scoring_method_index_to_1_mean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Demand strength calculated by indexing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config/scoring_framework_v3.json:scoring_method.type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scoring_inputs_list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Deck lists demand indicators (avg sales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config/scoring_framework_v3.json:lists.*.factors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dish_group_demand_boosters.dishes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Katsu, Sushi, Pho, Biryani, Pizza, Pasta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config/mvp_thresholds.json:dish_types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dish_group_preference_drivers.dishes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Shepherd's Pie, Grain Bowl, Fajitas, 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config/mvp_thresholds.json:dish_types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dish_group_demand_boosters.dishes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Katsu, Sushi, Pho, Biryani, Pizza, Pasta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config/mvp_thresholds.json:dish_types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dish_group_preference_drivers.dishes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Shepherd's Pie, Grain Bowl, Rice Bowl,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config/mvp_thresholds.json:dish_types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